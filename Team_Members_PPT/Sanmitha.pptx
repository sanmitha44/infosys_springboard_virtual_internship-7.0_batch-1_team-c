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6" r:id="rId1"/>
  </p:sld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66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Inter Medium" panose="020B0604020202020204" charset="0"/>
      <p:regular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9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3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05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6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2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5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9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5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6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136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68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6905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47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90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0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0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0" y="737326"/>
            <a:ext cx="14870584" cy="2062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1"/>
              </a:lnSpc>
              <a:spcBef>
                <a:spcPct val="0"/>
              </a:spcBef>
            </a:pPr>
            <a:r>
              <a:rPr lang="en-IN" sz="4400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Visibility System with Optimization Analytics Group1</a:t>
            </a:r>
            <a:endParaRPr lang="en-US" sz="4400" dirty="0">
              <a:solidFill>
                <a:srgbClr val="004AAD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0" y="3970995"/>
            <a:ext cx="498237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Project Presentation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505200" y="5509444"/>
            <a:ext cx="1623060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Prepared By :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Sanmitha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B0654-3B76-F69E-4945-7AEA71E48ED3}"/>
              </a:ext>
            </a:extLst>
          </p:cNvPr>
          <p:cNvSpPr txBox="1"/>
          <p:nvPr/>
        </p:nvSpPr>
        <p:spPr>
          <a:xfrm>
            <a:off x="3238500" y="3115115"/>
            <a:ext cx="11811000" cy="64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sz="4000" dirty="0">
                <a:solidFill>
                  <a:srgbClr val="38B6FF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Infosys Springboard Virtual Internship 7.0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A1FB6-3473-5107-7952-7944974C5E04}"/>
              </a:ext>
            </a:extLst>
          </p:cNvPr>
          <p:cNvSpPr txBox="1"/>
          <p:nvPr/>
        </p:nvSpPr>
        <p:spPr>
          <a:xfrm rot="10800000" flipV="1">
            <a:off x="2177492" y="6624683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Nityashree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77982" y="8670499"/>
            <a:ext cx="182014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472659"/>
            <a:ext cx="4261035" cy="587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Project 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143" y="1243756"/>
            <a:ext cx="14573845" cy="406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improve end-to-end visibility across the supply chain using data analytics.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identify operational bottlenecks affecting inventory movement and order fulfillment.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optimize logistics, inventory management, and delivery performance.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To support data-driven decision-making through interactive dashboards and reports.</a:t>
            </a:r>
          </a:p>
          <a:p>
            <a:pPr algn="l">
              <a:lnSpc>
                <a:spcPts val="4118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2EC85-CA9F-ACC0-BA95-E9E90C44B1E8}"/>
              </a:ext>
            </a:extLst>
          </p:cNvPr>
          <p:cNvSpPr txBox="1"/>
          <p:nvPr/>
        </p:nvSpPr>
        <p:spPr>
          <a:xfrm>
            <a:off x="1143000" y="5311536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19E0E-5643-54C3-9433-68BBB6A22857}"/>
              </a:ext>
            </a:extLst>
          </p:cNvPr>
          <p:cNvSpPr txBox="1"/>
          <p:nvPr/>
        </p:nvSpPr>
        <p:spPr>
          <a:xfrm>
            <a:off x="1143000" y="6117175"/>
            <a:ext cx="10896600" cy="369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Understanding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KPI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Visualization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99C8C3-0BBC-7AD9-7A01-FD156A200FD0}"/>
              </a:ext>
            </a:extLst>
          </p:cNvPr>
          <p:cNvSpPr txBox="1"/>
          <p:nvPr/>
        </p:nvSpPr>
        <p:spPr>
          <a:xfrm>
            <a:off x="1295400" y="723900"/>
            <a:ext cx="952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Execution Milestones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A5717-9A1C-0216-6A3E-BEDBC7F944FA}"/>
              </a:ext>
            </a:extLst>
          </p:cNvPr>
          <p:cNvSpPr txBox="1"/>
          <p:nvPr/>
        </p:nvSpPr>
        <p:spPr>
          <a:xfrm>
            <a:off x="1295400" y="1790700"/>
            <a:ext cx="13639800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Data Acquisition &amp; Cleaning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understood the supply chain dataset.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prepared the data for analysis.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Data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chain metrics and developed key performance indicators.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3 – Development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interactive Power BI dashboards to visualize supply chain performance.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4 – Review &amp; Optimization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dashboard insights and refined visualizations for better understanding and reporting.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88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58E4C2-E96C-1CCE-AE25-F295402CA735}"/>
              </a:ext>
            </a:extLst>
          </p:cNvPr>
          <p:cNvSpPr txBox="1"/>
          <p:nvPr/>
        </p:nvSpPr>
        <p:spPr>
          <a:xfrm>
            <a:off x="1752600" y="1230243"/>
            <a:ext cx="655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Resolution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13F5B-8290-3279-5E1A-7B8E20348AAF}"/>
              </a:ext>
            </a:extLst>
          </p:cNvPr>
          <p:cNvSpPr txBox="1"/>
          <p:nvPr/>
        </p:nvSpPr>
        <p:spPr>
          <a:xfrm>
            <a:off x="1774371" y="2400300"/>
            <a:ext cx="1386840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missing, duplicate, and inconsistent data.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relationships between different supply chain attributes.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complex supply chain information in a simple format.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and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supply chain KPIs effectively.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cleaning, validation, and preprocessing.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the dataset and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KPIs.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interactive Power BI visualizations, filters, and KPI cards.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relevant KPIs and organized them into clear dashboard visualizations for easier analysis.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814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88561B-529B-E2A6-1F71-9588F5F23B64}"/>
              </a:ext>
            </a:extLst>
          </p:cNvPr>
          <p:cNvSpPr txBox="1"/>
          <p:nvPr/>
        </p:nvSpPr>
        <p:spPr>
          <a:xfrm>
            <a:off x="1219200" y="1061514"/>
            <a:ext cx="1143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&amp; 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0610B-3518-B0F4-9001-4D0765480F00}"/>
              </a:ext>
            </a:extLst>
          </p:cNvPr>
          <p:cNvSpPr txBox="1"/>
          <p:nvPr/>
        </p:nvSpPr>
        <p:spPr>
          <a:xfrm>
            <a:off x="1219200" y="2171700"/>
            <a:ext cx="13944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IoT-based real-time shipment tracking.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for demand forecasting.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predictive delivery delay analysis.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supply chain alerts and recommendations.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visibility of transportation and delivery performance.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 of inventory and supplier performance.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operational bottlenecks to support better decision-making.</a:t>
            </a:r>
          </a:p>
          <a:p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32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6FC39-32AD-86B2-D3DF-FA79B7B5233E}"/>
              </a:ext>
            </a:extLst>
          </p:cNvPr>
          <p:cNvSpPr txBox="1"/>
          <p:nvPr/>
        </p:nvSpPr>
        <p:spPr>
          <a:xfrm>
            <a:off x="1219200" y="674757"/>
            <a:ext cx="982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63AD9-BB18-F405-0AAC-30EA668CD318}"/>
              </a:ext>
            </a:extLst>
          </p:cNvPr>
          <p:cNvSpPr txBox="1"/>
          <p:nvPr/>
        </p:nvSpPr>
        <p:spPr>
          <a:xfrm>
            <a:off x="1219200" y="1790700"/>
            <a:ext cx="128016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Visibility &amp; Optimization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transformed supply chain data into meaningful insights through data analytics and interactive Power BI dashboards.</a:t>
            </a:r>
          </a:p>
          <a:p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&amp; Data Visualization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&amp; DAX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KPI Analysis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3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C3E67A-1F66-A161-166B-EB4DD3E0F979}"/>
              </a:ext>
            </a:extLst>
          </p:cNvPr>
          <p:cNvSpPr txBox="1"/>
          <p:nvPr/>
        </p:nvSpPr>
        <p:spPr>
          <a:xfrm>
            <a:off x="1524000" y="876300"/>
            <a:ext cx="1158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 &amp;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561FD-3253-8317-E6F0-FC1EA7312DF9}"/>
              </a:ext>
            </a:extLst>
          </p:cNvPr>
          <p:cNvSpPr txBox="1"/>
          <p:nvPr/>
        </p:nvSpPr>
        <p:spPr>
          <a:xfrm>
            <a:off x="1676400" y="2171700"/>
            <a:ext cx="12877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 7.0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 :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Nityashree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lvl="0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Supply Chain Dataset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Learning Materials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Dataset, Dashboard &amp; Internship Documentation</a:t>
            </a:r>
          </a:p>
          <a:p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83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C3C6FF-C06A-BA69-FD8D-87A18D2B867A}"/>
              </a:ext>
            </a:extLst>
          </p:cNvPr>
          <p:cNvSpPr txBox="1"/>
          <p:nvPr/>
        </p:nvSpPr>
        <p:spPr>
          <a:xfrm>
            <a:off x="990600" y="723900"/>
            <a:ext cx="967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6.1 DASHBOARD 1 – SUPPLY CHAIN OVERVIEW</a:t>
            </a:r>
            <a:endParaRPr lang="en-GB" sz="3200" b="1" dirty="0"/>
          </a:p>
          <a:p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3D6D9-6335-44F5-8C60-7052054CC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324100"/>
            <a:ext cx="10668000" cy="624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735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EB0668-3C88-6333-78BA-8FE62F2BE5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476500"/>
            <a:ext cx="11887200" cy="67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25C365-7178-313B-5B3A-7E6698E92224}"/>
              </a:ext>
            </a:extLst>
          </p:cNvPr>
          <p:cNvSpPr txBox="1"/>
          <p:nvPr/>
        </p:nvSpPr>
        <p:spPr>
          <a:xfrm>
            <a:off x="1524000" y="800100"/>
            <a:ext cx="1165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DASHBOARD 2- LOGISTIC AND INVENTORY ANALYSIS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8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A573D4-0656-D270-1B76-F5D8E11781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324100"/>
            <a:ext cx="11658600" cy="67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DB40C-8756-B370-04BB-7C49E4309DA1}"/>
              </a:ext>
            </a:extLst>
          </p:cNvPr>
          <p:cNvSpPr txBox="1"/>
          <p:nvPr/>
        </p:nvSpPr>
        <p:spPr>
          <a:xfrm>
            <a:off x="1600200" y="800100"/>
            <a:ext cx="12268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6.3 DASHBOARD 3- CUSTOMER &amp; SUPPLIER ANALYSIS 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976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2D68EE-CFBC-CFDF-AFEE-F5EADADF8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400300"/>
            <a:ext cx="10820400" cy="640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BF084F-1FD3-6073-4C63-5ABF1FE1A567}"/>
              </a:ext>
            </a:extLst>
          </p:cNvPr>
          <p:cNvSpPr txBox="1"/>
          <p:nvPr/>
        </p:nvSpPr>
        <p:spPr>
          <a:xfrm>
            <a:off x="838200" y="647700"/>
            <a:ext cx="14706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6.4 - DASHBOARD 4 – DELIVERY AND TRANSPORTATION ANALYSIS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504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442C99-93A2-45CA-DD47-B658788164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171700"/>
            <a:ext cx="11506200" cy="72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C7E38F-D798-9E1D-48E2-FD0F39948382}"/>
              </a:ext>
            </a:extLst>
          </p:cNvPr>
          <p:cNvSpPr txBox="1"/>
          <p:nvPr/>
        </p:nvSpPr>
        <p:spPr>
          <a:xfrm>
            <a:off x="914400" y="870857"/>
            <a:ext cx="1348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6.5 -DASHBOARD 5 – OPERATIONAL PERFORMANCE DASHBOARD 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76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64B6AC-6310-9D66-60D0-9DE2B1764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247900"/>
            <a:ext cx="11125200" cy="632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B96BC8-EC45-5C59-74F1-2E8FE44DD7C2}"/>
              </a:ext>
            </a:extLst>
          </p:cNvPr>
          <p:cNvSpPr txBox="1"/>
          <p:nvPr/>
        </p:nvSpPr>
        <p:spPr>
          <a:xfrm>
            <a:off x="1143000" y="800100"/>
            <a:ext cx="1371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6.6-DASHBOARD 6 – SUPPLY CHAIN RISK &amp; SERVICE QUALITY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16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311293-2161-2684-11A4-0559E86AB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52700"/>
            <a:ext cx="11734800" cy="6629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F7E3B0-E6E9-4C15-9378-B9BD27AA2790}"/>
              </a:ext>
            </a:extLst>
          </p:cNvPr>
          <p:cNvSpPr txBox="1"/>
          <p:nvPr/>
        </p:nvSpPr>
        <p:spPr>
          <a:xfrm>
            <a:off x="914400" y="1104900"/>
            <a:ext cx="1417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6.7-DASHBOARD  7 – COST DISTANCE &amp; INVENTORY EFFICIENCY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28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31817" y="2794132"/>
            <a:ext cx="9747983" cy="260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12"/>
              </a:lnSpc>
              <a:spcBef>
                <a:spcPct val="0"/>
              </a:spcBef>
            </a:pPr>
            <a:r>
              <a:rPr lang="en-US" sz="152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3359</TotalTime>
  <Words>448</Words>
  <Application>Microsoft Office PowerPoint</Application>
  <PresentationFormat>Custom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Times New Roman</vt:lpstr>
      <vt:lpstr>Trebuchet MS</vt:lpstr>
      <vt:lpstr>Inter Medium</vt:lpstr>
      <vt:lpstr>Arial</vt:lpstr>
      <vt:lpstr>Canva Sans</vt:lpstr>
      <vt:lpstr>Canva Sans Bold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Infosys  INTERNSHIP Milestone 1 presentation</dc:title>
  <dc:creator>Student</dc:creator>
  <cp:lastModifiedBy>Dell</cp:lastModifiedBy>
  <cp:revision>17</cp:revision>
  <dcterms:created xsi:type="dcterms:W3CDTF">2006-08-16T00:00:00Z</dcterms:created>
  <dcterms:modified xsi:type="dcterms:W3CDTF">2026-08-24T13:09:06Z</dcterms:modified>
  <dc:identifier>DAHOw308CdU</dc:identifier>
</cp:coreProperties>
</file>