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70" r:id="rId2"/>
    <p:sldId id="271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0A0E6-3369-4861-8B24-83F5DA15EA65}" v="11" dt="2026-08-31T08:37:15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kant Upadhyay" userId="73514c74ba6955ec" providerId="LiveId" clId="{B57576D9-9520-4456-8125-E93D9586F69E}"/>
    <pc:docChg chg="undo custSel addSld delSld modSld modMainMaster">
      <pc:chgData name="Suryakant Upadhyay" userId="73514c74ba6955ec" providerId="LiveId" clId="{B57576D9-9520-4456-8125-E93D9586F69E}" dt="2026-08-31T08:36:29.603" v="122"/>
      <pc:docMkLst>
        <pc:docMk/>
      </pc:docMkLst>
      <pc:sldChg chg="new del">
        <pc:chgData name="Suryakant Upadhyay" userId="73514c74ba6955ec" providerId="LiveId" clId="{B57576D9-9520-4456-8125-E93D9586F69E}" dt="2026-08-31T07:25:05.149" v="15" actId="2696"/>
        <pc:sldMkLst>
          <pc:docMk/>
          <pc:sldMk cId="475969335" sldId="256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3460763028" sldId="257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712974663" sldId="258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701877939" sldId="259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3963016800" sldId="260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6790500" sldId="261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3002898541" sldId="262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184122362" sldId="263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1426026573" sldId="264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2036369235" sldId="265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2155686322" sldId="266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3274224506" sldId="267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2081190323" sldId="268"/>
        </pc:sldMkLst>
      </pc:sldChg>
      <pc:sldChg chg="new del">
        <pc:chgData name="Suryakant Upadhyay" userId="73514c74ba6955ec" providerId="LiveId" clId="{B57576D9-9520-4456-8125-E93D9586F69E}" dt="2026-08-31T07:27:28.331" v="59" actId="2696"/>
        <pc:sldMkLst>
          <pc:docMk/>
          <pc:sldMk cId="4206404575" sldId="269"/>
        </pc:sldMkLst>
      </pc:sldChg>
      <pc:sldChg chg="addSp delSp modSp add mod">
        <pc:chgData name="Suryakant Upadhyay" userId="73514c74ba6955ec" providerId="LiveId" clId="{B57576D9-9520-4456-8125-E93D9586F69E}" dt="2026-08-31T07:26:28.569" v="58" actId="20577"/>
        <pc:sldMkLst>
          <pc:docMk/>
          <pc:sldMk cId="0" sldId="270"/>
        </pc:sldMkLst>
        <pc:spChg chg="add del mod">
          <ac:chgData name="Suryakant Upadhyay" userId="73514c74ba6955ec" providerId="LiveId" clId="{B57576D9-9520-4456-8125-E93D9586F69E}" dt="2026-08-31T07:25:13.372" v="18"/>
          <ac:spMkLst>
            <pc:docMk/>
            <pc:sldMk cId="0" sldId="270"/>
            <ac:spMk id="3" creationId="{9001863D-17E8-3130-EBD3-E5829B33C1AD}"/>
          </ac:spMkLst>
        </pc:spChg>
        <pc:spChg chg="mod">
          <ac:chgData name="Suryakant Upadhyay" userId="73514c74ba6955ec" providerId="LiveId" clId="{B57576D9-9520-4456-8125-E93D9586F69E}" dt="2026-08-31T07:26:17.132" v="56" actId="113"/>
          <ac:spMkLst>
            <pc:docMk/>
            <pc:sldMk cId="0" sldId="270"/>
            <ac:spMk id="5" creationId="{00000000-0000-0000-0000-000000000000}"/>
          </ac:spMkLst>
        </pc:spChg>
        <pc:spChg chg="mod">
          <ac:chgData name="Suryakant Upadhyay" userId="73514c74ba6955ec" providerId="LiveId" clId="{B57576D9-9520-4456-8125-E93D9586F69E}" dt="2026-08-31T07:26:28.569" v="58" actId="20577"/>
          <ac:spMkLst>
            <pc:docMk/>
            <pc:sldMk cId="0" sldId="270"/>
            <ac:spMk id="7" creationId="{44FA1FB6-3473-5107-7952-7944974C5E04}"/>
          </ac:spMkLst>
        </pc:spChg>
      </pc:sldChg>
      <pc:sldChg chg="modSp add mod">
        <pc:chgData name="Suryakant Upadhyay" userId="73514c74ba6955ec" providerId="LiveId" clId="{B57576D9-9520-4456-8125-E93D9586F69E}" dt="2026-08-31T08:21:12.637" v="113" actId="1076"/>
        <pc:sldMkLst>
          <pc:docMk/>
          <pc:sldMk cId="0" sldId="271"/>
        </pc:sldMkLst>
        <pc:spChg chg="mod">
          <ac:chgData name="Suryakant Upadhyay" userId="73514c74ba6955ec" providerId="LiveId" clId="{B57576D9-9520-4456-8125-E93D9586F69E}" dt="2026-08-31T08:09:11.075" v="99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Suryakant Upadhyay" userId="73514c74ba6955ec" providerId="LiveId" clId="{B57576D9-9520-4456-8125-E93D9586F69E}" dt="2026-08-31T08:21:12.637" v="113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Suryakant Upadhyay" userId="73514c74ba6955ec" providerId="LiveId" clId="{B57576D9-9520-4456-8125-E93D9586F69E}" dt="2026-08-31T08:20:59.179" v="112" actId="1076"/>
          <ac:spMkLst>
            <pc:docMk/>
            <pc:sldMk cId="0" sldId="271"/>
            <ac:spMk id="5" creationId="{8B92EC85-CA9F-ACC0-BA95-E9E90C44B1E8}"/>
          </ac:spMkLst>
        </pc:spChg>
        <pc:spChg chg="mod">
          <ac:chgData name="Suryakant Upadhyay" userId="73514c74ba6955ec" providerId="LiveId" clId="{B57576D9-9520-4456-8125-E93D9586F69E}" dt="2026-08-31T08:20:54.975" v="111" actId="1076"/>
          <ac:spMkLst>
            <pc:docMk/>
            <pc:sldMk cId="0" sldId="271"/>
            <ac:spMk id="6" creationId="{1F319E0E-5643-54C3-9433-68BBB6A22857}"/>
          </ac:spMkLst>
        </pc:spChg>
      </pc:sldChg>
      <pc:sldChg chg="add">
        <pc:chgData name="Suryakant Upadhyay" userId="73514c74ba6955ec" providerId="LiveId" clId="{B57576D9-9520-4456-8125-E93D9586F69E}" dt="2026-08-31T07:23:41.359" v="14"/>
        <pc:sldMkLst>
          <pc:docMk/>
          <pc:sldMk cId="4029887000" sldId="275"/>
        </pc:sldMkLst>
      </pc:sldChg>
      <pc:sldChg chg="modSp add mod">
        <pc:chgData name="Suryakant Upadhyay" userId="73514c74ba6955ec" providerId="LiveId" clId="{B57576D9-9520-4456-8125-E93D9586F69E}" dt="2026-08-31T08:23:40.926" v="117" actId="12"/>
        <pc:sldMkLst>
          <pc:docMk/>
          <pc:sldMk cId="3988142728" sldId="276"/>
        </pc:sldMkLst>
        <pc:spChg chg="mod">
          <ac:chgData name="Suryakant Upadhyay" userId="73514c74ba6955ec" providerId="LiveId" clId="{B57576D9-9520-4456-8125-E93D9586F69E}" dt="2026-08-31T08:23:40.926" v="117" actId="12"/>
          <ac:spMkLst>
            <pc:docMk/>
            <pc:sldMk cId="3988142728" sldId="276"/>
            <ac:spMk id="3" creationId="{71113F5B-8290-3279-5E1A-7B8E20348AAF}"/>
          </ac:spMkLst>
        </pc:spChg>
      </pc:sldChg>
      <pc:sldChg chg="modSp add mod">
        <pc:chgData name="Suryakant Upadhyay" userId="73514c74ba6955ec" providerId="LiveId" clId="{B57576D9-9520-4456-8125-E93D9586F69E}" dt="2026-08-31T08:34:08.701" v="121" actId="2711"/>
        <pc:sldMkLst>
          <pc:docMk/>
          <pc:sldMk cId="879328786" sldId="277"/>
        </pc:sldMkLst>
        <pc:spChg chg="mod">
          <ac:chgData name="Suryakant Upadhyay" userId="73514c74ba6955ec" providerId="LiveId" clId="{B57576D9-9520-4456-8125-E93D9586F69E}" dt="2026-08-31T08:34:08.701" v="121" actId="2711"/>
          <ac:spMkLst>
            <pc:docMk/>
            <pc:sldMk cId="879328786" sldId="277"/>
            <ac:spMk id="3" creationId="{7B40610B-3518-B0F4-9001-4D0765480F00}"/>
          </ac:spMkLst>
        </pc:spChg>
      </pc:sldChg>
      <pc:sldChg chg="add">
        <pc:chgData name="Suryakant Upadhyay" userId="73514c74ba6955ec" providerId="LiveId" clId="{B57576D9-9520-4456-8125-E93D9586F69E}" dt="2026-08-31T07:23:41.359" v="14"/>
        <pc:sldMkLst>
          <pc:docMk/>
          <pc:sldMk cId="275132778" sldId="278"/>
        </pc:sldMkLst>
      </pc:sldChg>
      <pc:sldChg chg="add">
        <pc:chgData name="Suryakant Upadhyay" userId="73514c74ba6955ec" providerId="LiveId" clId="{B57576D9-9520-4456-8125-E93D9586F69E}" dt="2026-08-31T07:23:41.359" v="14"/>
        <pc:sldMkLst>
          <pc:docMk/>
          <pc:sldMk cId="1197838712" sldId="279"/>
        </pc:sldMkLst>
      </pc:sldChg>
      <pc:sldChg chg="addSp delSp modSp add mod">
        <pc:chgData name="Suryakant Upadhyay" userId="73514c74ba6955ec" providerId="LiveId" clId="{B57576D9-9520-4456-8125-E93D9586F69E}" dt="2026-08-31T07:41:59.167" v="64" actId="1076"/>
        <pc:sldMkLst>
          <pc:docMk/>
          <pc:sldMk cId="3487354386" sldId="280"/>
        </pc:sldMkLst>
        <pc:picChg chg="add mod">
          <ac:chgData name="Suryakant Upadhyay" userId="73514c74ba6955ec" providerId="LiveId" clId="{B57576D9-9520-4456-8125-E93D9586F69E}" dt="2026-08-31T07:41:59.167" v="64" actId="1076"/>
          <ac:picMkLst>
            <pc:docMk/>
            <pc:sldMk cId="3487354386" sldId="280"/>
            <ac:picMk id="4" creationId="{E3C3753C-553D-43D0-5654-E6D40FAFF52A}"/>
          </ac:picMkLst>
        </pc:picChg>
        <pc:picChg chg="del">
          <ac:chgData name="Suryakant Upadhyay" userId="73514c74ba6955ec" providerId="LiveId" clId="{B57576D9-9520-4456-8125-E93D9586F69E}" dt="2026-08-31T07:41:47.941" v="60" actId="478"/>
          <ac:picMkLst>
            <pc:docMk/>
            <pc:sldMk cId="3487354386" sldId="280"/>
            <ac:picMk id="6" creationId="{6663D6D9-6335-44F5-8C60-7052054CC8A3}"/>
          </ac:picMkLst>
        </pc:picChg>
      </pc:sldChg>
      <pc:sldChg chg="addSp delSp modSp add mod">
        <pc:chgData name="Suryakant Upadhyay" userId="73514c74ba6955ec" providerId="LiveId" clId="{B57576D9-9520-4456-8125-E93D9586F69E}" dt="2026-08-31T07:42:35.425" v="68" actId="1076"/>
        <pc:sldMkLst>
          <pc:docMk/>
          <pc:sldMk cId="675289237" sldId="281"/>
        </pc:sldMkLst>
        <pc:picChg chg="del">
          <ac:chgData name="Suryakant Upadhyay" userId="73514c74ba6955ec" providerId="LiveId" clId="{B57576D9-9520-4456-8125-E93D9586F69E}" dt="2026-08-31T07:42:26.997" v="65" actId="478"/>
          <ac:picMkLst>
            <pc:docMk/>
            <pc:sldMk cId="675289237" sldId="281"/>
            <ac:picMk id="2" creationId="{74EB0668-3C88-6333-78BA-8FE62F2BE58E}"/>
          </ac:picMkLst>
        </pc:picChg>
        <pc:picChg chg="add mod">
          <ac:chgData name="Suryakant Upadhyay" userId="73514c74ba6955ec" providerId="LiveId" clId="{B57576D9-9520-4456-8125-E93D9586F69E}" dt="2026-08-31T07:42:35.425" v="68" actId="1076"/>
          <ac:picMkLst>
            <pc:docMk/>
            <pc:sldMk cId="675289237" sldId="281"/>
            <ac:picMk id="5" creationId="{64C32B03-0574-2D7D-D085-7DED328D642C}"/>
          </ac:picMkLst>
        </pc:picChg>
      </pc:sldChg>
      <pc:sldChg chg="addSp delSp modSp add mod">
        <pc:chgData name="Suryakant Upadhyay" userId="73514c74ba6955ec" providerId="LiveId" clId="{B57576D9-9520-4456-8125-E93D9586F69E}" dt="2026-08-31T07:43:10.372" v="72" actId="1076"/>
        <pc:sldMkLst>
          <pc:docMk/>
          <pc:sldMk cId="3506976998" sldId="282"/>
        </pc:sldMkLst>
        <pc:picChg chg="del">
          <ac:chgData name="Suryakant Upadhyay" userId="73514c74ba6955ec" providerId="LiveId" clId="{B57576D9-9520-4456-8125-E93D9586F69E}" dt="2026-08-31T07:43:02.193" v="69" actId="478"/>
          <ac:picMkLst>
            <pc:docMk/>
            <pc:sldMk cId="3506976998" sldId="282"/>
            <ac:picMk id="2" creationId="{81A573D4-0656-D270-1B76-F5D8E1178106}"/>
          </ac:picMkLst>
        </pc:picChg>
        <pc:picChg chg="add mod">
          <ac:chgData name="Suryakant Upadhyay" userId="73514c74ba6955ec" providerId="LiveId" clId="{B57576D9-9520-4456-8125-E93D9586F69E}" dt="2026-08-31T07:43:10.372" v="72" actId="1076"/>
          <ac:picMkLst>
            <pc:docMk/>
            <pc:sldMk cId="3506976998" sldId="282"/>
            <ac:picMk id="5" creationId="{BDC8D3D9-BFC0-E8A0-4632-E03556D7C34D}"/>
          </ac:picMkLst>
        </pc:picChg>
      </pc:sldChg>
      <pc:sldChg chg="addSp delSp modSp add mod">
        <pc:chgData name="Suryakant Upadhyay" userId="73514c74ba6955ec" providerId="LiveId" clId="{B57576D9-9520-4456-8125-E93D9586F69E}" dt="2026-08-31T07:43:52.909" v="76" actId="1076"/>
        <pc:sldMkLst>
          <pc:docMk/>
          <pc:sldMk cId="600504145" sldId="283"/>
        </pc:sldMkLst>
        <pc:picChg chg="del">
          <ac:chgData name="Suryakant Upadhyay" userId="73514c74ba6955ec" providerId="LiveId" clId="{B57576D9-9520-4456-8125-E93D9586F69E}" dt="2026-08-31T07:43:44.625" v="73" actId="478"/>
          <ac:picMkLst>
            <pc:docMk/>
            <pc:sldMk cId="600504145" sldId="283"/>
            <ac:picMk id="2" creationId="{7C2D68EE-CFBC-CFDF-AFEE-F5EADADF8A7F}"/>
          </ac:picMkLst>
        </pc:picChg>
        <pc:picChg chg="add mod">
          <ac:chgData name="Suryakant Upadhyay" userId="73514c74ba6955ec" providerId="LiveId" clId="{B57576D9-9520-4456-8125-E93D9586F69E}" dt="2026-08-31T07:43:52.909" v="76" actId="1076"/>
          <ac:picMkLst>
            <pc:docMk/>
            <pc:sldMk cId="600504145" sldId="283"/>
            <ac:picMk id="5" creationId="{737C403F-4D9B-652A-52C2-F2E60FCDEA40}"/>
          </ac:picMkLst>
        </pc:picChg>
      </pc:sldChg>
      <pc:sldChg chg="addSp delSp modSp add mod">
        <pc:chgData name="Suryakant Upadhyay" userId="73514c74ba6955ec" providerId="LiveId" clId="{B57576D9-9520-4456-8125-E93D9586F69E}" dt="2026-08-31T07:44:32.007" v="80" actId="1076"/>
        <pc:sldMkLst>
          <pc:docMk/>
          <pc:sldMk cId="3373767724" sldId="284"/>
        </pc:sldMkLst>
        <pc:picChg chg="del">
          <ac:chgData name="Suryakant Upadhyay" userId="73514c74ba6955ec" providerId="LiveId" clId="{B57576D9-9520-4456-8125-E93D9586F69E}" dt="2026-08-31T07:44:24.222" v="77" actId="478"/>
          <ac:picMkLst>
            <pc:docMk/>
            <pc:sldMk cId="3373767724" sldId="284"/>
            <ac:picMk id="2" creationId="{E5442C99-93A2-45CA-DD47-B65878816454}"/>
          </ac:picMkLst>
        </pc:picChg>
        <pc:picChg chg="add mod">
          <ac:chgData name="Suryakant Upadhyay" userId="73514c74ba6955ec" providerId="LiveId" clId="{B57576D9-9520-4456-8125-E93D9586F69E}" dt="2026-08-31T07:44:32.007" v="80" actId="1076"/>
          <ac:picMkLst>
            <pc:docMk/>
            <pc:sldMk cId="3373767724" sldId="284"/>
            <ac:picMk id="5" creationId="{1C2C90FD-7E7E-1355-D3C9-9186C054523F}"/>
          </ac:picMkLst>
        </pc:picChg>
      </pc:sldChg>
      <pc:sldChg chg="addSp delSp modSp add del mod">
        <pc:chgData name="Suryakant Upadhyay" userId="73514c74ba6955ec" providerId="LiveId" clId="{B57576D9-9520-4456-8125-E93D9586F69E}" dt="2026-08-31T07:45:35.705" v="88" actId="1076"/>
        <pc:sldMkLst>
          <pc:docMk/>
          <pc:sldMk cId="3693167910" sldId="285"/>
        </pc:sldMkLst>
        <pc:picChg chg="del">
          <ac:chgData name="Suryakant Upadhyay" userId="73514c74ba6955ec" providerId="LiveId" clId="{B57576D9-9520-4456-8125-E93D9586F69E}" dt="2026-08-31T07:45:15.465" v="83" actId="478"/>
          <ac:picMkLst>
            <pc:docMk/>
            <pc:sldMk cId="3693167910" sldId="285"/>
            <ac:picMk id="2" creationId="{4664B6AC-6310-9D66-60D0-9DE2B17648C2}"/>
          </ac:picMkLst>
        </pc:picChg>
        <pc:picChg chg="add mod">
          <ac:chgData name="Suryakant Upadhyay" userId="73514c74ba6955ec" providerId="LiveId" clId="{B57576D9-9520-4456-8125-E93D9586F69E}" dt="2026-08-31T07:45:35.705" v="88" actId="1076"/>
          <ac:picMkLst>
            <pc:docMk/>
            <pc:sldMk cId="3693167910" sldId="285"/>
            <ac:picMk id="5" creationId="{E6D7C66E-44D4-A5D7-1E93-446835148A0F}"/>
          </ac:picMkLst>
        </pc:picChg>
      </pc:sldChg>
      <pc:sldChg chg="addSp delSp modSp add mod">
        <pc:chgData name="Suryakant Upadhyay" userId="73514c74ba6955ec" providerId="LiveId" clId="{B57576D9-9520-4456-8125-E93D9586F69E}" dt="2026-08-31T07:46:16.065" v="92" actId="1076"/>
        <pc:sldMkLst>
          <pc:docMk/>
          <pc:sldMk cId="2853286434" sldId="286"/>
        </pc:sldMkLst>
        <pc:picChg chg="del">
          <ac:chgData name="Suryakant Upadhyay" userId="73514c74ba6955ec" providerId="LiveId" clId="{B57576D9-9520-4456-8125-E93D9586F69E}" dt="2026-08-31T07:46:04.104" v="89" actId="478"/>
          <ac:picMkLst>
            <pc:docMk/>
            <pc:sldMk cId="2853286434" sldId="286"/>
            <ac:picMk id="2" creationId="{FB311293-2161-2684-11A4-0559E86AB17D}"/>
          </ac:picMkLst>
        </pc:picChg>
        <pc:picChg chg="add mod">
          <ac:chgData name="Suryakant Upadhyay" userId="73514c74ba6955ec" providerId="LiveId" clId="{B57576D9-9520-4456-8125-E93D9586F69E}" dt="2026-08-31T07:46:16.065" v="92" actId="1076"/>
          <ac:picMkLst>
            <pc:docMk/>
            <pc:sldMk cId="2853286434" sldId="286"/>
            <ac:picMk id="5" creationId="{A4799F6C-28B1-9AE9-32B2-106C51EB1CC1}"/>
          </ac:picMkLst>
        </pc:picChg>
      </pc:sldChg>
      <pc:sldChg chg="add">
        <pc:chgData name="Suryakant Upadhyay" userId="73514c74ba6955ec" providerId="LiveId" clId="{B57576D9-9520-4456-8125-E93D9586F69E}" dt="2026-08-31T07:23:41.359" v="14"/>
        <pc:sldMkLst>
          <pc:docMk/>
          <pc:sldMk cId="0" sldId="287"/>
        </pc:sldMkLst>
      </pc:sldChg>
      <pc:sldMasterChg chg="setBg">
        <pc:chgData name="Suryakant Upadhyay" userId="73514c74ba6955ec" providerId="LiveId" clId="{B57576D9-9520-4456-8125-E93D9586F69E}" dt="2026-08-31T08:36:29.603" v="122"/>
        <pc:sldMasterMkLst>
          <pc:docMk/>
          <pc:sldMasterMk cId="3836589002" sldId="2147483690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2033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4447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655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96757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88304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27679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0421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5441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2115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7766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8473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952486A-7EE6-438E-B859-213F46AE823F}" type="datetimeFigureOut">
              <a:rPr lang="en-NZ" smtClean="0"/>
              <a:t>31/08/2026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DD21055-7000-4BB9-AA7D-786DE487B111}" type="slidenum">
              <a:rPr lang="en-NZ" smtClean="0"/>
              <a:t>‹#›</a:t>
            </a:fld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3658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6000" y="491551"/>
            <a:ext cx="9913723" cy="136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8"/>
              </a:lnSpc>
              <a:spcBef>
                <a:spcPct val="0"/>
              </a:spcBef>
            </a:pPr>
            <a:r>
              <a:rPr lang="en-IN" sz="2933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Visibility System with Optimization Analytics Group1</a:t>
            </a:r>
            <a:endParaRPr lang="en-US" sz="2933" dirty="0">
              <a:solidFill>
                <a:srgbClr val="004AAD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064000" y="2647330"/>
            <a:ext cx="332158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sz="2133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Project Presentation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874684" y="3679156"/>
            <a:ext cx="10871200" cy="283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       Prepared By 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Suryakant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Upadhyay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B0654-3B76-F69E-4945-7AEA71E48ED3}"/>
              </a:ext>
            </a:extLst>
          </p:cNvPr>
          <p:cNvSpPr txBox="1"/>
          <p:nvPr/>
        </p:nvSpPr>
        <p:spPr>
          <a:xfrm>
            <a:off x="2159000" y="2076743"/>
            <a:ext cx="7874000" cy="464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65"/>
              </a:lnSpc>
              <a:spcBef>
                <a:spcPct val="0"/>
              </a:spcBef>
            </a:pPr>
            <a:r>
              <a:rPr lang="en-US" sz="2667" dirty="0">
                <a:solidFill>
                  <a:srgbClr val="38B6FF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Infosys Springboard Virtual Internship 7.0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A1FB6-3473-5107-7952-7944974C5E04}"/>
              </a:ext>
            </a:extLst>
          </p:cNvPr>
          <p:cNvSpPr txBox="1"/>
          <p:nvPr/>
        </p:nvSpPr>
        <p:spPr>
          <a:xfrm rot="10800000" flipV="1">
            <a:off x="1451661" y="4401067"/>
            <a:ext cx="452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Mentor: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Nityasree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85322" y="5780333"/>
            <a:ext cx="1213430" cy="251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7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9546" y="670644"/>
            <a:ext cx="2840690" cy="389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  <a:spcBef>
                <a:spcPct val="0"/>
              </a:spcBef>
            </a:pPr>
            <a:r>
              <a:rPr lang="en-US" sz="2333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Project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140" y="1260597"/>
            <a:ext cx="9715897" cy="2901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100" dirty="0"/>
              <a:t>To enhance end-to-end visibility across the supply chain through effective use of data analytics.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100" dirty="0"/>
              <a:t>To identify operational challenges and bottlenecks impacting inventory flow and order </a:t>
            </a:r>
            <a:r>
              <a:rPr lang="en-NZ" sz="2100" dirty="0" err="1"/>
              <a:t>fulfillment</a:t>
            </a:r>
            <a:r>
              <a:rPr lang="en-NZ" sz="21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100" dirty="0"/>
              <a:t>To improve logistics efficiency, inventory management, and overall delivery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100" dirty="0"/>
              <a:t>To enable data-driven business decisions using interactive dashboards and analytical reports. </a:t>
            </a:r>
          </a:p>
          <a:p>
            <a:pPr>
              <a:lnSpc>
                <a:spcPts val="2745"/>
              </a:lnSpc>
              <a:spcBef>
                <a:spcPct val="0"/>
              </a:spcBef>
            </a:pPr>
            <a:endParaRPr lang="en-US" sz="16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2EC85-CA9F-ACC0-BA95-E9E90C44B1E8}"/>
              </a:ext>
            </a:extLst>
          </p:cNvPr>
          <p:cNvSpPr txBox="1"/>
          <p:nvPr/>
        </p:nvSpPr>
        <p:spPr>
          <a:xfrm>
            <a:off x="762000" y="3900790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19E0E-5643-54C3-9433-68BBB6A22857}"/>
              </a:ext>
            </a:extLst>
          </p:cNvPr>
          <p:cNvSpPr txBox="1"/>
          <p:nvPr/>
        </p:nvSpPr>
        <p:spPr>
          <a:xfrm>
            <a:off x="762000" y="4362455"/>
            <a:ext cx="7264400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Understanding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KPI Analysis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99C8C3-0BBC-7AD9-7A01-FD156A200FD0}"/>
              </a:ext>
            </a:extLst>
          </p:cNvPr>
          <p:cNvSpPr txBox="1"/>
          <p:nvPr/>
        </p:nvSpPr>
        <p:spPr>
          <a:xfrm>
            <a:off x="863600" y="482600"/>
            <a:ext cx="63500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Execution Milestones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A5717-9A1C-0216-6A3E-BEDBC7F944FA}"/>
              </a:ext>
            </a:extLst>
          </p:cNvPr>
          <p:cNvSpPr txBox="1"/>
          <p:nvPr/>
        </p:nvSpPr>
        <p:spPr>
          <a:xfrm>
            <a:off x="863600" y="1193800"/>
            <a:ext cx="90932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Data Acquisition &amp; Cleaning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understood the supply chain dataset.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prepared the data for analysis.</a:t>
            </a:r>
          </a:p>
          <a:p>
            <a:pPr lvl="0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Data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 metrics and developed key performance indicators.</a:t>
            </a:r>
          </a:p>
          <a:p>
            <a:pPr lvl="0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3 – Development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interactive Power BI dashboards to visualize supply chain performance.</a:t>
            </a:r>
          </a:p>
          <a:p>
            <a:pPr lvl="0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4 – Review &amp; Optimization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dashboard insights and refined visualizations for better understanding and reporting.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02988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8E4C2-E96C-1CCE-AE25-F295402CA735}"/>
              </a:ext>
            </a:extLst>
          </p:cNvPr>
          <p:cNvSpPr txBox="1"/>
          <p:nvPr/>
        </p:nvSpPr>
        <p:spPr>
          <a:xfrm>
            <a:off x="1168400" y="820162"/>
            <a:ext cx="43688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Resolution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13F5B-8290-3279-5E1A-7B8E20348AAF}"/>
              </a:ext>
            </a:extLst>
          </p:cNvPr>
          <p:cNvSpPr txBox="1"/>
          <p:nvPr/>
        </p:nvSpPr>
        <p:spPr>
          <a:xfrm>
            <a:off x="1182914" y="1600200"/>
            <a:ext cx="9245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/>
              <a:t>Managing missing, duplicate, and inconsistent data to ensure data quality.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 err="1"/>
              <a:t>Analyzing</a:t>
            </a:r>
            <a:r>
              <a:rPr lang="en-NZ" sz="2400" dirty="0"/>
              <a:t> the relationships and dependencies among various supply chain attributes.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/>
              <a:t>Simplifying complex supply chain data for clear and easy understanding.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/>
              <a:t>Effectively tracking and evaluating multiple supply chain KPIs.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Resolutions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validation, and preprocessing.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the dataset and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KPIs.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interactive Power BI visualizations, filters, and KPI cards.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relevant KPIs and organized them into clear dashboard visualizations for easier analysis. 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GB" sz="1200" dirty="0"/>
            </a:br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98814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8561B-529B-E2A6-1F71-9588F5F23B64}"/>
              </a:ext>
            </a:extLst>
          </p:cNvPr>
          <p:cNvSpPr txBox="1"/>
          <p:nvPr/>
        </p:nvSpPr>
        <p:spPr>
          <a:xfrm>
            <a:off x="812800" y="707676"/>
            <a:ext cx="76200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&amp; 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0610B-3518-B0F4-9001-4D0765480F00}"/>
              </a:ext>
            </a:extLst>
          </p:cNvPr>
          <p:cNvSpPr txBox="1"/>
          <p:nvPr/>
        </p:nvSpPr>
        <p:spPr>
          <a:xfrm>
            <a:off x="812800" y="1447800"/>
            <a:ext cx="9296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IoT-enabled real-time tracking to monitor shipments efficiently.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Machine Learning techniques for accurate demand forecasting.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predictive models to identify potential delivery delays in advance.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supply chain notifications, alerts, and actionable recommendations.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visibility of transportation and delivery performance.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 of inventory and supplier performance.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operational bottlenecks to support better decision-making.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32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6FC39-32AD-86B2-D3DF-FA79B7B5233E}"/>
              </a:ext>
            </a:extLst>
          </p:cNvPr>
          <p:cNvSpPr txBox="1"/>
          <p:nvPr/>
        </p:nvSpPr>
        <p:spPr>
          <a:xfrm>
            <a:off x="812800" y="449838"/>
            <a:ext cx="6553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3AD9-BB18-F405-0AAC-30EA668CD318}"/>
              </a:ext>
            </a:extLst>
          </p:cNvPr>
          <p:cNvSpPr txBox="1"/>
          <p:nvPr/>
        </p:nvSpPr>
        <p:spPr>
          <a:xfrm>
            <a:off x="812800" y="1193800"/>
            <a:ext cx="853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Visibility &amp; Optimization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transformed supply chain data into meaningful insights through data analytics and interactive Power BI dashboards.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&amp; Data Visualization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&amp; DAX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KPI Analysis</a:t>
            </a:r>
          </a:p>
          <a:p>
            <a:pPr lvl="0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3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C3E67A-1F66-A161-166B-EB4DD3E0F979}"/>
              </a:ext>
            </a:extLst>
          </p:cNvPr>
          <p:cNvSpPr txBox="1"/>
          <p:nvPr/>
        </p:nvSpPr>
        <p:spPr>
          <a:xfrm>
            <a:off x="1016000" y="584200"/>
            <a:ext cx="77216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 &amp;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561FD-3253-8317-E6F0-FC1EA7312DF9}"/>
              </a:ext>
            </a:extLst>
          </p:cNvPr>
          <p:cNvSpPr txBox="1"/>
          <p:nvPr/>
        </p:nvSpPr>
        <p:spPr>
          <a:xfrm>
            <a:off x="1117600" y="1447800"/>
            <a:ext cx="8585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 7.0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: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Nityashree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lvl="0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Supply Chain Dataset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Learning Materials</a:t>
            </a:r>
          </a:p>
          <a:p>
            <a:pPr marL="381019" indent="-381019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Dataset, Dashboard &amp; Internship Documentation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83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C3C6FF-C06A-BA69-FD8D-87A18D2B867A}"/>
              </a:ext>
            </a:extLst>
          </p:cNvPr>
          <p:cNvSpPr txBox="1"/>
          <p:nvPr/>
        </p:nvSpPr>
        <p:spPr>
          <a:xfrm>
            <a:off x="660400" y="482600"/>
            <a:ext cx="64516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6.1 DASHBOARD 1 – SUPPLY CHAIN OVERVIEW</a:t>
            </a:r>
            <a:endParaRPr lang="en-GB" sz="2133" b="1" dirty="0"/>
          </a:p>
          <a:p>
            <a:endParaRPr lang="en-GB" sz="2133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3753C-553D-43D0-5654-E6D40FAFF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1479019"/>
            <a:ext cx="8226718" cy="463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5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25C365-7178-313B-5B3A-7E6698E92224}"/>
              </a:ext>
            </a:extLst>
          </p:cNvPr>
          <p:cNvSpPr txBox="1"/>
          <p:nvPr/>
        </p:nvSpPr>
        <p:spPr>
          <a:xfrm>
            <a:off x="1016000" y="533400"/>
            <a:ext cx="77724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DASHBOARD 2- LOGISTIC AND INVENTORY ANALYSIS</a:t>
            </a:r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32B03-0574-2D7D-D085-7DED328D6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5" y="1315435"/>
            <a:ext cx="8990810" cy="50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8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9DB40C-8756-B370-04BB-7C49E4309DA1}"/>
              </a:ext>
            </a:extLst>
          </p:cNvPr>
          <p:cNvSpPr txBox="1"/>
          <p:nvPr/>
        </p:nvSpPr>
        <p:spPr>
          <a:xfrm>
            <a:off x="1066800" y="533400"/>
            <a:ext cx="81788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6.3 DASHBOARD 3- CUSTOMER &amp; SUPPLIER ANALYSIS </a:t>
            </a:r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8D3D9-BFC0-E8A0-4632-E03556D7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96" y="1481809"/>
            <a:ext cx="8463305" cy="476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76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F084F-1FD3-6073-4C63-5ABF1FE1A567}"/>
              </a:ext>
            </a:extLst>
          </p:cNvPr>
          <p:cNvSpPr txBox="1"/>
          <p:nvPr/>
        </p:nvSpPr>
        <p:spPr>
          <a:xfrm>
            <a:off x="558800" y="431800"/>
            <a:ext cx="98044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6.4 - DASHBOARD 4 – DELIVERY AND TRANSPORTATION ANALYSIS</a:t>
            </a:r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C403F-4D9B-652A-52C2-F2E60FCD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09" y="1410611"/>
            <a:ext cx="8227331" cy="462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04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C7E38F-D798-9E1D-48E2-FD0F39948382}"/>
              </a:ext>
            </a:extLst>
          </p:cNvPr>
          <p:cNvSpPr txBox="1"/>
          <p:nvPr/>
        </p:nvSpPr>
        <p:spPr>
          <a:xfrm>
            <a:off x="609600" y="580572"/>
            <a:ext cx="89916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6.5 -DASHBOARD 5 – OPERATIONAL PERFORMANCE DASHBOARD </a:t>
            </a:r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C90FD-7E7E-1355-D3C9-9186C0545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3" y="1234692"/>
            <a:ext cx="8618410" cy="484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6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B96BC8-EC45-5C59-74F1-2E8FE44DD7C2}"/>
              </a:ext>
            </a:extLst>
          </p:cNvPr>
          <p:cNvSpPr txBox="1"/>
          <p:nvPr/>
        </p:nvSpPr>
        <p:spPr>
          <a:xfrm>
            <a:off x="762000" y="533400"/>
            <a:ext cx="91440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6.6-DASHBOARD 6 – SUPPLY CHAIN RISK &amp; SERVICE QUALITY</a:t>
            </a:r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7C66E-44D4-A5D7-1E93-44683514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36" y="1192339"/>
            <a:ext cx="9144000" cy="51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6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F7E3B0-E6E9-4C15-9378-B9BD27AA2790}"/>
              </a:ext>
            </a:extLst>
          </p:cNvPr>
          <p:cNvSpPr txBox="1"/>
          <p:nvPr/>
        </p:nvSpPr>
        <p:spPr>
          <a:xfrm>
            <a:off x="609600" y="736600"/>
            <a:ext cx="94488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6.7-DASHBOARD  7 – COST DISTANCE &amp; INVENTORY EFFICIENCY</a:t>
            </a:r>
            <a:endParaRPr lang="en-GB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99F6C-28B1-9AE9-32B2-106C51EB1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81019"/>
            <a:ext cx="8278296" cy="464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8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879" y="1862755"/>
            <a:ext cx="6498655" cy="1720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75"/>
              </a:lnSpc>
              <a:spcBef>
                <a:spcPct val="0"/>
              </a:spcBef>
            </a:pPr>
            <a:r>
              <a:rPr lang="en-US" sz="1019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51</TotalTime>
  <Words>482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Canva Sans</vt:lpstr>
      <vt:lpstr>Canva Sans Bold</vt:lpstr>
      <vt:lpstr>Gill Sans MT</vt:lpstr>
      <vt:lpstr>Inter Medium</vt:lpstr>
      <vt:lpstr>Times New Roman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Suryakant Upadhyay</dc:creator>
  <cp:lastModifiedBy>Suryakant Upadhyay</cp:lastModifiedBy>
  <cp:revision>1</cp:revision>
  <dcterms:created xsi:type="dcterms:W3CDTF">2026-08-31T07:23:22Z</dcterms:created>
  <dcterms:modified xsi:type="dcterms:W3CDTF">2026-08-31T08:37:25Z</dcterms:modified>
</cp:coreProperties>
</file>