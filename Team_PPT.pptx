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6" r:id="rId1"/>
  </p:sld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66" r:id="rId9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Inter Medium" panose="020B0604020202020204" charset="0"/>
      <p:regular r:id="rId12"/>
    </p:embeddedFont>
    <p:embeddedFont>
      <p:font typeface="Trebuchet MS" panose="020B0603020202020204" pitchFamily="34" charset="0"/>
      <p:regular r:id="rId13"/>
      <p:bold r:id="rId14"/>
      <p:italic r:id="rId15"/>
      <p:boldItalic r:id="rId16"/>
    </p:embeddedFont>
    <p:embeddedFont>
      <p:font typeface="Wingdings 3" panose="05040102010807070707" pitchFamily="18" charset="2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3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05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6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2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5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9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5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66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136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68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6905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47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90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0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04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0" y="737326"/>
            <a:ext cx="14870584" cy="2062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1"/>
              </a:lnSpc>
              <a:spcBef>
                <a:spcPct val="0"/>
              </a:spcBef>
            </a:pPr>
            <a:r>
              <a:rPr lang="en-IN" sz="4400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Visibility System with Optimization Analytics Group1</a:t>
            </a:r>
            <a:endParaRPr lang="en-US" sz="4400" dirty="0">
              <a:solidFill>
                <a:srgbClr val="004AAD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0" y="3970995"/>
            <a:ext cx="498237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Project Presentation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3352800" y="4500400"/>
            <a:ext cx="16230600" cy="2163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Members:  Sanmitha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Sabari Vasan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Suryakanth Upadhyay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B0654-3B76-F69E-4945-7AEA71E48ED3}"/>
              </a:ext>
            </a:extLst>
          </p:cNvPr>
          <p:cNvSpPr txBox="1"/>
          <p:nvPr/>
        </p:nvSpPr>
        <p:spPr>
          <a:xfrm>
            <a:off x="3238500" y="3115115"/>
            <a:ext cx="11811000" cy="64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sz="4000" dirty="0">
                <a:solidFill>
                  <a:srgbClr val="38B6FF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Infosys Springboard Virtual Internship 7.0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A1FB6-3473-5107-7952-7944974C5E04}"/>
              </a:ext>
            </a:extLst>
          </p:cNvPr>
          <p:cNvSpPr txBox="1"/>
          <p:nvPr/>
        </p:nvSpPr>
        <p:spPr>
          <a:xfrm rot="10800000" flipV="1">
            <a:off x="2705100" y="769143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Nityashree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77982" y="8670499"/>
            <a:ext cx="182014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472659"/>
            <a:ext cx="4261035" cy="587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Project 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143" y="1243756"/>
            <a:ext cx="14573845" cy="406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 improve end-to-end visibility across the supply chain using data analytics.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 identify operational bottlenecks affecting inventory movement and order fulfillment.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 optimize logistics, inventory management, and delivery performance.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 support data-driven decision-making through interactive dashboards and reports.</a:t>
            </a:r>
          </a:p>
          <a:p>
            <a:pPr algn="l">
              <a:lnSpc>
                <a:spcPts val="4118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2EC85-CA9F-ACC0-BA95-E9E90C44B1E8}"/>
              </a:ext>
            </a:extLst>
          </p:cNvPr>
          <p:cNvSpPr txBox="1"/>
          <p:nvPr/>
        </p:nvSpPr>
        <p:spPr>
          <a:xfrm>
            <a:off x="1143000" y="5311536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19E0E-5643-54C3-9433-68BBB6A22857}"/>
              </a:ext>
            </a:extLst>
          </p:cNvPr>
          <p:cNvSpPr txBox="1"/>
          <p:nvPr/>
        </p:nvSpPr>
        <p:spPr>
          <a:xfrm>
            <a:off x="1143000" y="6117175"/>
            <a:ext cx="10896600" cy="369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Understanding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KPI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Visualization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99C8C3-0BBC-7AD9-7A01-FD156A200FD0}"/>
              </a:ext>
            </a:extLst>
          </p:cNvPr>
          <p:cNvSpPr txBox="1"/>
          <p:nvPr/>
        </p:nvSpPr>
        <p:spPr>
          <a:xfrm>
            <a:off x="1295400" y="723900"/>
            <a:ext cx="952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Execution Milestones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A5717-9A1C-0216-6A3E-BEDBC7F944FA}"/>
              </a:ext>
            </a:extLst>
          </p:cNvPr>
          <p:cNvSpPr txBox="1"/>
          <p:nvPr/>
        </p:nvSpPr>
        <p:spPr>
          <a:xfrm>
            <a:off x="1295400" y="1790700"/>
            <a:ext cx="13639800" cy="867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– Data Acquisition &amp; Cleaning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understood the supply chain dataset.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prepared the data for analysis.</a:t>
            </a:r>
          </a:p>
          <a:p>
            <a:pPr lvl="0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 – Data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supply chain metrics and developed key performance indicators.</a:t>
            </a:r>
          </a:p>
          <a:p>
            <a:pPr lvl="0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3 – Development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interactive Power BI dashboards to visualize supply chain performance.</a:t>
            </a:r>
          </a:p>
          <a:p>
            <a:pPr lvl="0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4 – Review &amp; Optimization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dashboard insights and refined visualizations for better understanding and reporting.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88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58E4C2-E96C-1CCE-AE25-F295402CA735}"/>
              </a:ext>
            </a:extLst>
          </p:cNvPr>
          <p:cNvSpPr txBox="1"/>
          <p:nvPr/>
        </p:nvSpPr>
        <p:spPr>
          <a:xfrm>
            <a:off x="1752600" y="1230243"/>
            <a:ext cx="655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Resolution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13F5B-8290-3279-5E1A-7B8E20348AAF}"/>
              </a:ext>
            </a:extLst>
          </p:cNvPr>
          <p:cNvSpPr txBox="1"/>
          <p:nvPr/>
        </p:nvSpPr>
        <p:spPr>
          <a:xfrm>
            <a:off x="1774371" y="2400300"/>
            <a:ext cx="13868400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missing, duplicate, and inconsistent data.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relationships between different supply chain attributes.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complex supply chain information in a simple format.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and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supply chain KPIs effectively.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cleaning, validation, and preprocessing.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the dataset and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relevant KPIs.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interactive Power BI visualizations, filters, and KPI cards.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relevant KPIs and organized them into clear dashboard visualizations for easier analysis.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8142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88561B-529B-E2A6-1F71-9588F5F23B64}"/>
              </a:ext>
            </a:extLst>
          </p:cNvPr>
          <p:cNvSpPr txBox="1"/>
          <p:nvPr/>
        </p:nvSpPr>
        <p:spPr>
          <a:xfrm>
            <a:off x="1219200" y="1061514"/>
            <a:ext cx="1143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&amp; 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0610B-3518-B0F4-9001-4D0765480F00}"/>
              </a:ext>
            </a:extLst>
          </p:cNvPr>
          <p:cNvSpPr txBox="1"/>
          <p:nvPr/>
        </p:nvSpPr>
        <p:spPr>
          <a:xfrm>
            <a:off x="1219200" y="2171700"/>
            <a:ext cx="139446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IoT-based real-time shipment tracking.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for demand forecasting.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predictive delivery delay analysis.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supply chain alerts and recommendations.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visibility of transportation and delivery performance.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 of inventory and supplier performance.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operational bottlenecks to support better decision-making.</a:t>
            </a:r>
          </a:p>
          <a:p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32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6FC39-32AD-86B2-D3DF-FA79B7B5233E}"/>
              </a:ext>
            </a:extLst>
          </p:cNvPr>
          <p:cNvSpPr txBox="1"/>
          <p:nvPr/>
        </p:nvSpPr>
        <p:spPr>
          <a:xfrm>
            <a:off x="1219200" y="674757"/>
            <a:ext cx="982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63AD9-BB18-F405-0AAC-30EA668CD318}"/>
              </a:ext>
            </a:extLst>
          </p:cNvPr>
          <p:cNvSpPr txBox="1"/>
          <p:nvPr/>
        </p:nvSpPr>
        <p:spPr>
          <a:xfrm>
            <a:off x="1219200" y="1790700"/>
            <a:ext cx="1280160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Visibility &amp; Optimization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successfully transformed supply chain data into meaningful insights through data analytics and interactive Power BI dashboards.</a:t>
            </a:r>
          </a:p>
          <a:p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&amp; Data Visualization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&amp; DAX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KPI Analysis</a:t>
            </a:r>
          </a:p>
          <a:p>
            <a:pPr lvl="0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Teamwork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3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C3E67A-1F66-A161-166B-EB4DD3E0F979}"/>
              </a:ext>
            </a:extLst>
          </p:cNvPr>
          <p:cNvSpPr txBox="1"/>
          <p:nvPr/>
        </p:nvSpPr>
        <p:spPr>
          <a:xfrm>
            <a:off x="1524000" y="876300"/>
            <a:ext cx="1158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 &amp;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561FD-3253-8317-E6F0-FC1EA7312DF9}"/>
              </a:ext>
            </a:extLst>
          </p:cNvPr>
          <p:cNvSpPr txBox="1"/>
          <p:nvPr/>
        </p:nvSpPr>
        <p:spPr>
          <a:xfrm>
            <a:off x="1676400" y="2171700"/>
            <a:ext cx="12877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Virtual Internship 7.0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 :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Nityashree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lvl="0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– Supply Chain Dataset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Learning Materials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Dataset, Dashboard &amp; Internship Documentation</a:t>
            </a:r>
          </a:p>
          <a:p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83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31817" y="2794132"/>
            <a:ext cx="9747983" cy="260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12"/>
              </a:lnSpc>
              <a:spcBef>
                <a:spcPct val="0"/>
              </a:spcBef>
            </a:pPr>
            <a:r>
              <a:rPr lang="en-US" sz="152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3331</TotalTime>
  <Words>399</Words>
  <Application>Microsoft Office PowerPoint</Application>
  <PresentationFormat>Custom</PresentationFormat>
  <Paragraphs>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Inter Medium</vt:lpstr>
      <vt:lpstr>Wingdings 3</vt:lpstr>
      <vt:lpstr>Times New Roman</vt:lpstr>
      <vt:lpstr>Trebuchet MS</vt:lpstr>
      <vt:lpstr>Canva Sans</vt:lpstr>
      <vt:lpstr>Arial</vt:lpstr>
      <vt:lpstr>Canva Sans Bold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Infosys  INTERNSHIP Milestone 1 presentation</dc:title>
  <dc:creator>Student</dc:creator>
  <cp:lastModifiedBy>Dell</cp:lastModifiedBy>
  <cp:revision>15</cp:revision>
  <dcterms:created xsi:type="dcterms:W3CDTF">2006-08-16T00:00:00Z</dcterms:created>
  <dcterms:modified xsi:type="dcterms:W3CDTF">2026-08-24T12:38:00Z</dcterms:modified>
  <dc:identifier>DAHOw308CdU</dc:identifier>
</cp:coreProperties>
</file>